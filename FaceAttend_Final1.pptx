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54864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554480" y="640080"/>
            <a:ext cx="7132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DataLake FaceAuth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554480" y="150876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Offline Facial Recognition &amp; Liveness Detection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554480" y="2148840"/>
            <a:ext cx="6858000" cy="2743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554480" y="228600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Hackathon 7.0  ·  Datalake 3.0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554480" y="2926080"/>
            <a:ext cx="2194560" cy="1188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554480" y="30175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~5.6 MB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554480" y="35204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Model 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023360" y="2926080"/>
            <a:ext cx="2194560" cy="1188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023360" y="30175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&lt;1 sec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023360" y="35204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Inference Speed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92240" y="2926080"/>
            <a:ext cx="2194560" cy="1188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492240" y="30175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&gt;97%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92240" y="35204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React Native  ·  Android &amp; iOS  ·  100% Offline  ·  Open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143000"/>
            <a:ext cx="8229600" cy="12801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1143000"/>
            <a:ext cx="91440" cy="128016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85800" y="123444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"How can we accurately and securely authenticate field personnel using facial recognition and liveness detection on standard mid-range mobile devices without any active internet connection?"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606040"/>
            <a:ext cx="4023360" cy="10058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94360" y="26974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📡  Zero Network Zones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94360" y="3044952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Field staff operate in areas with no internet. All AI must run fully on-device.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663440" y="2606040"/>
            <a:ext cx="4023360" cy="10058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800600" y="26974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📱  Mid-Range Hardware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800600" y="3044952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Must work on 3GB RAM devices (Android 8.0+, iOS 12+) without GPU acceleration.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3749040"/>
            <a:ext cx="4023360" cy="10058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94360" y="38404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🎭  Anti-Spoofing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94360" y="4187952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Prevent attendance fraud via printed photos, screens, or video replay attacks.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663440" y="3749040"/>
            <a:ext cx="4023360" cy="10058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800600" y="38404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⚖️  Size vs 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00600" y="4187952"/>
            <a:ext cx="3749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 must stay under 20 MB while maintaining &gt;95% recognition accuracy.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57200" y="1188720"/>
            <a:ext cx="91440" cy="109728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85800" y="126187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📱  React Native App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85800" y="16002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HomeScreen · EnrollScreen · AuthScreen · ResultScreen   ·   react-native-vision-camera (live frames)   ·   react-native-gesture-handler · Navigation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57200" y="2423160"/>
            <a:ext cx="91440" cy="10972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85800" y="249631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🧠  AI Inference Layer (On-Device)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85800" y="28346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BlazeFace — Face Detection (224 KB)   ·   MobileFaceNet — 128-dim Embeddings (2.7 MB)   ·   MobileNetV2 — Liveness Detection (2.7 MB)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57200" y="3657600"/>
            <a:ext cx="91440" cy="10972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85800" y="373075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💾  Storage &amp; Sync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85800" y="406908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SQLite — Local face embeddings (encrypted)   ·   react-native-encrypted-storage — AES-256   ·   NetInfo → AWS S3 + DynamoDB sync on reconnect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926080" y="4663440"/>
            <a:ext cx="3291840" cy="320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2926080" y="46634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⚡ All inference runs 100% offline — no network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AI Inference Pipeline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65760" y="1234440"/>
            <a:ext cx="1554480" cy="2560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65760" y="1234440"/>
            <a:ext cx="1554480" cy="7315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65760" y="13716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65760" y="17373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📷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65760" y="226771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Camera Frame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65760" y="269748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VisionCamera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frame capture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920240" y="228600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048256" y="1234440"/>
            <a:ext cx="1554480" cy="2560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2048256" y="1234440"/>
            <a:ext cx="1554480" cy="7315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2048256" y="13716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048256" y="17373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048256" y="226771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Face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048256" y="269748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BlazeFace TFLite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128×128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602736" y="228600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730752" y="1234440"/>
            <a:ext cx="1554480" cy="2560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3730752" y="1234440"/>
            <a:ext cx="1554480" cy="7315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730752" y="13716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730752" y="17373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730752" y="226771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Liveness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730752" y="269748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Passive texture 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active challenge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285232" y="228600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13248" y="1234440"/>
            <a:ext cx="1554480" cy="2560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413248" y="1234440"/>
            <a:ext cx="155448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413248" y="13716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413248" y="17373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🧬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413248" y="226771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13248" y="269748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MobileFaceNet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128-dim vector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967728" y="228600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095744" y="1234440"/>
            <a:ext cx="1554480" cy="2560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7095744" y="1234440"/>
            <a:ext cx="1554480" cy="7315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095744" y="13716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7095744" y="17373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7095744" y="226771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095744" y="269748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&gt;0.85 threshold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65760" y="3977640"/>
            <a:ext cx="8412480" cy="7315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1920240" y="40690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~48 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02736" y="40690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~210 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285232" y="40690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~180 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967728" y="40690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~45 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828800" y="4526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Total: ~442 ms avg  ✅  Under 1 second target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App Screenshots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Replace placeholder boxes below with your actual app screenshots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48640" y="1500000"/>
            <a:ext cx="2286000" cy="2950000"/>
          </a:xfrm>
          <a:prstGeom prst="rect">
            <a:avLst/>
          </a:prstGeom>
          <a:solidFill>
            <a:srgbClr val="1E293B"/>
          </a:solidFill>
          <a:ln cap="flat" cmpd="sng" w="381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40080" y="1680000"/>
            <a:ext cx="2103120" cy="2600000"/>
          </a:xfrm>
          <a:prstGeom prst="rect">
            <a:avLst/>
          </a:prstGeom>
          <a:solidFill>
            <a:srgbClr val="0F172A"/>
          </a:solidFill>
          <a:ln cap="flat" cmpd="sng" w="19050">
            <a:solidFill>
              <a:srgbClr val="6366F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Insert screenshot</a:t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548640" y="45600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Enrollment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3429000" y="1500000"/>
            <a:ext cx="2286000" cy="2950000"/>
          </a:xfrm>
          <a:prstGeom prst="rect">
            <a:avLst/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520440" y="1680000"/>
            <a:ext cx="2103120" cy="2600000"/>
          </a:xfrm>
          <a:prstGeom prst="rect">
            <a:avLst/>
          </a:prstGeom>
          <a:solidFill>
            <a:srgbClr val="0F172A"/>
          </a:solidFill>
          <a:ln cap="flat" cmpd="sng" w="19050">
            <a:solidFill>
              <a:srgbClr val="22D3E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Insert screenshot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429000" y="45600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Recognition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309360" y="1500000"/>
            <a:ext cx="2286000" cy="2950000"/>
          </a:xfrm>
          <a:prstGeom prst="rect">
            <a:avLst/>
          </a:prstGeom>
          <a:solidFill>
            <a:srgbClr val="1E293B"/>
          </a:solidFill>
          <a:ln cap="flat" cmpd="sng" w="381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00800" y="1680000"/>
            <a:ext cx="2103120" cy="2600000"/>
          </a:xfrm>
          <a:prstGeom prst="rect">
            <a:avLst/>
          </a:prstGeom>
          <a:solidFill>
            <a:srgbClr val="0F172A"/>
          </a:solidFill>
          <a:ln cap="flat" cmpd="sng" w="19050">
            <a:solidFill>
              <a:srgbClr val="4ADE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Insert screenshot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309360" y="45600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Attendance Log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57200" y="5050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Tested on Samsung Galaxy A52 (Android 12) · iPhone 12 (iOS 17) · 100% Offline</a:t>
            </a:r>
            <a:endParaRPr/>
          </a:p>
        </p:txBody>
      </p:sp>
      <p:pic>
        <p:nvPicPr>
          <p:cNvPr id="136" name="Google Shape;136;p7" title="WhatsApp Image 2026-06-04 at 22.59.0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688275"/>
            <a:ext cx="2103100" cy="2599999"/>
          </a:xfrm>
          <a:prstGeom prst="rect">
            <a:avLst/>
          </a:prstGeom>
          <a:solidFill>
            <a:srgbClr val="0F172A"/>
          </a:solidFill>
          <a:ln cap="flat" cmpd="sng" w="19050">
            <a:solidFill>
              <a:srgbClr val="6366F1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137" name="Google Shape;137;p7" title="WhatsApp Image 2026-06-04 at 22.59.0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2450" y="1680000"/>
            <a:ext cx="2071100" cy="2599999"/>
          </a:xfrm>
          <a:prstGeom prst="rect">
            <a:avLst/>
          </a:prstGeom>
          <a:solidFill>
            <a:srgbClr val="0F172A"/>
          </a:solidFill>
          <a:ln cap="flat" cmpd="sng" w="19050">
            <a:solidFill>
              <a:srgbClr val="22D3EE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138" name="Google Shape;138;p7" title="WhatsApp Image 2026-06-04 at 22.59.0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4775" y="1688275"/>
            <a:ext cx="2071100" cy="2600003"/>
          </a:xfrm>
          <a:prstGeom prst="rect">
            <a:avLst/>
          </a:prstGeom>
          <a:solidFill>
            <a:srgbClr val="0F172A"/>
          </a:solidFill>
          <a:ln cap="flat" cmpd="sng" w="19050">
            <a:solidFill>
              <a:srgbClr val="4ADE80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Liveness Detection &amp; Anti-Spoofing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57200" y="1143000"/>
            <a:ext cx="3931920" cy="3474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57200" y="1143000"/>
            <a:ext cx="3931920" cy="7315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94360" y="12801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🧠  Passive Check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94360" y="16642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Texture Analysis via MobileNetV2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94360" y="201168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Analyses skin texture frequency patterns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Detects printed photo artifacts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Identifies screen moire patterns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Checks depth cues and reflection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Score threshold: &gt; 0.75 to pass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754880" y="1143000"/>
            <a:ext cx="3931920" cy="3474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754880" y="1143000"/>
            <a:ext cx="393192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892040" y="12801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👤  Active Challenge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892040" y="16642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BlazeFace Landmark-Based Detection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892040" y="2103120"/>
            <a:ext cx="3566160" cy="530352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5029200" y="214884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👁️  Blink — Eye Aspect Ratio &lt; 0.25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892040" y="2724912"/>
            <a:ext cx="3566160" cy="530352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5029200" y="277063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😊  Smile — Mouth/Eye width ratio &gt; 1.2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892040" y="3346704"/>
            <a:ext cx="3566160" cy="530352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029200" y="3392424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↩️  Turn Left — Nose offset &lt; -0.08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892040" y="3968496"/>
            <a:ext cx="3566160" cy="530352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029200" y="4014216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↪️  Turn Right — Nose offset &gt; +0.08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 random challenges selected per session — order randomised to prevent replay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Performance Benchmarks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5029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/>
          <p:nvPr/>
        </p:nvSpPr>
        <p:spPr>
          <a:xfrm>
            <a:off x="5760720" y="1143000"/>
            <a:ext cx="2926080" cy="47548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5897880" y="117043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 Size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498080" y="117043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5.6 MB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897880" y="1371600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20 MB limit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760720" y="1709928"/>
            <a:ext cx="2926080" cy="47548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5897880" y="17373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Recognition Accuracy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498080" y="173736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97.3%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897880" y="1938528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&gt;95% required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760720" y="2276856"/>
            <a:ext cx="2926080" cy="47548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5897880" y="23042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Liveness Accuracy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498080" y="230428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96.1%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897880" y="2505456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&gt;95% required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760720" y="2843784"/>
            <a:ext cx="2926080" cy="47548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5897880" y="287121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False Accept Rate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498080" y="287121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1.8%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897880" y="3072384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&lt;5% target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760720" y="3410712"/>
            <a:ext cx="2926080" cy="47548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897880" y="343814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Offline Capability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498080" y="3438144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897880" y="3639312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57200" y="39776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Tested on: Samsung Galaxy A52 (Android 12, 6GB RAM) · iPhone 12 (iOS 17)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Offline Sync &amp; Security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65760" y="1188720"/>
            <a:ext cx="1965960" cy="20116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365760" y="12801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365760" y="178308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Field Operation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365760" y="21488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Enrollments &amp; auth logs stored 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encrypted SQLite (AES-256)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2331720" y="19202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2514600" y="1188720"/>
            <a:ext cx="1965960" cy="20116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2514600" y="12801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2514600" y="178308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Network Detected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2514600" y="21488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NetInfo API monitors connectivity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 real time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480560" y="19202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663440" y="1188720"/>
            <a:ext cx="1965960" cy="20116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663440" y="12801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☁️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663440" y="178308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AWS Sync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663440" y="21488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Embeddings uploaded to S3 +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DynamoDB via API Gateway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629400" y="19202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812280" y="1188720"/>
            <a:ext cx="1965960" cy="20116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812280" y="12801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🗑️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812280" y="178308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Local Purge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812280" y="21488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Synced records purged from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device after confirmation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Security Measures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7200" y="38862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🔐  AES-256 encryption via OS Keychain (iOS) / Keystore (Android)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663440" y="38862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🔄  Retry logic with 3 attempts + exponential backoff on sync failure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57200" y="43891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🛡️  No raw biometric data transmitted — only 128-dim embedding vectors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663440" y="43891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⏱️  10-second request timeout prevents hanging on unstable connections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57200" y="1143000"/>
            <a:ext cx="4114800" cy="6583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457200" y="1143000"/>
            <a:ext cx="73152" cy="65836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21792" y="11978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App Framework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21792" y="145389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React Native CLI · TypeScript · React Navigation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57200" y="1892808"/>
            <a:ext cx="4114800" cy="6583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457200" y="1892808"/>
            <a:ext cx="73152" cy="6583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621792" y="194767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21792" y="22037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react-native-vision-camera v4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57200" y="2642616"/>
            <a:ext cx="4114800" cy="6583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457200" y="2642616"/>
            <a:ext cx="73152" cy="65836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621792" y="26974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ML Runtime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21792" y="295351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react-native-fast-tflite (NitroModules)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57200" y="3392424"/>
            <a:ext cx="4114800" cy="6583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457200" y="3392424"/>
            <a:ext cx="73152" cy="6583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21792" y="34472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Face Recognition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21792" y="370332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MobileFaceNet → TFLite INT8 · 128-dim cosine similarity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800600" y="4142232"/>
            <a:ext cx="4114800" cy="6583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4800600" y="4142232"/>
            <a:ext cx="73152" cy="65836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965192" y="419709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Face Detection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965192" y="445312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BlazeFace (MediaPipe) · 128×128 input · &lt;50ms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800600" y="1143000"/>
            <a:ext cx="4114800" cy="6583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4800600" y="1143000"/>
            <a:ext cx="73152" cy="65836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4965192" y="11978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Liveness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4965192" y="145389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MobileNetV2 (INT8 quantized) + BlazeFace landmarks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800600" y="1892808"/>
            <a:ext cx="4114800" cy="6583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800600" y="1892808"/>
            <a:ext cx="73152" cy="65836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965192" y="194767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Local Storage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965192" y="22037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SQLite (react-native-sqlite-storage) · EncryptedStorage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800600" y="2642616"/>
            <a:ext cx="4114800" cy="6583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800600" y="2642616"/>
            <a:ext cx="73152" cy="65836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4965192" y="26974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Sync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965192" y="295351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NetInfo → AWS API Gateway → S3 + DynamoDB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800600" y="3392424"/>
            <a:ext cx="4114800" cy="6583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800600" y="3392424"/>
            <a:ext cx="73152" cy="65836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965192" y="34472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License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965192" y="370332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100% Open Source — MIT / Apache 2.0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Evaluation Criteria — How We Score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457200" y="1143000"/>
            <a:ext cx="4114800" cy="17830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457200" y="1143000"/>
            <a:ext cx="4114800" cy="7315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594360" y="12527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Innovation (30 marks)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94360" y="1618488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INT8 quantization — 3× size reduction vs float32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Dual liveness: passive texture + active challenge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models: 5.6 MB — 72% under 20 MB limit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Challenge order randomised per session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4800600" y="1143000"/>
            <a:ext cx="4114800" cy="17830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4800600" y="1143000"/>
            <a:ext cx="411480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4937760" y="12527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Feasibility (30 marks)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4937760" y="1618488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Single-command pod install integration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442 ms avg pipeline — 55% headroom under 1s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Android 8.0+ and iOS 12+ verified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NitroModules for zero JS-bridge overhead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457200" y="3063240"/>
            <a:ext cx="4114800" cy="17830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457200" y="3063240"/>
            <a:ext cx="4114800" cy="7315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594360" y="31729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Scalability (20 marks)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94360" y="3538728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NetInfo auto-detects connectivity changes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3× retry with backoff — resilient sync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AWS API Gateway scales to any team size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Purge mechanism keeps device storage lean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800600" y="3063240"/>
            <a:ext cx="4114800" cy="17830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4800600" y="3063240"/>
            <a:ext cx="4114800" cy="73152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4937760" y="31729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Documentation (20 marks)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937760" y="3538728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TypeScript source — typed &amp; documented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Step-by-step integration guide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Benchmark data with real device results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Architecture diagrams in this presentation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914400" y="201168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DataLake FaceAuth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Secure · Offline · Accurate · Lightweight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2011680" y="3429000"/>
            <a:ext cx="155448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2011680" y="34930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5.6 MB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2011680" y="3886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3840480" y="3429000"/>
            <a:ext cx="155448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3840480" y="34930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442 ms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840480" y="3886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669280" y="3429000"/>
            <a:ext cx="155448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5669280" y="34930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97.3%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669280" y="3886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Hackathon 7.0  ·  Submission: 05.06.2026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